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DB8728-BDC9-4143-A9DA-4695041BF4E6}" v="284" dt="2025-12-13T13:23:37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jeet Mahato" userId="68e4800493603fe5" providerId="Windows Live" clId="Web-{86DB8728-BDC9-4143-A9DA-4695041BF4E6}"/>
    <pc:docChg chg="addSld modSld addMainMaster delMainMaster">
      <pc:chgData name="Abhijeet Mahato" userId="68e4800493603fe5" providerId="Windows Live" clId="Web-{86DB8728-BDC9-4143-A9DA-4695041BF4E6}" dt="2025-12-13T13:20:00.049" v="281" actId="20577"/>
      <pc:docMkLst>
        <pc:docMk/>
      </pc:docMkLst>
      <pc:sldChg chg="addSp delSp modSp mod setBg modClrScheme chgLayout">
        <pc:chgData name="Abhijeet Mahato" userId="68e4800493603fe5" providerId="Windows Live" clId="Web-{86DB8728-BDC9-4143-A9DA-4695041BF4E6}" dt="2025-12-13T13:00:51.906" v="47" actId="20577"/>
        <pc:sldMkLst>
          <pc:docMk/>
          <pc:sldMk cId="109857222" sldId="256"/>
        </pc:sldMkLst>
        <pc:spChg chg="mod">
          <ac:chgData name="Abhijeet Mahato" userId="68e4800493603fe5" providerId="Windows Live" clId="Web-{86DB8728-BDC9-4143-A9DA-4695041BF4E6}" dt="2025-12-13T12:59:43.932" v="1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bhijeet Mahato" userId="68e4800493603fe5" providerId="Windows Live" clId="Web-{86DB8728-BDC9-4143-A9DA-4695041BF4E6}" dt="2025-12-13T13:00:51.906" v="47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bhijeet Mahato" userId="68e4800493603fe5" providerId="Windows Live" clId="Web-{86DB8728-BDC9-4143-A9DA-4695041BF4E6}" dt="2025-12-13T12:59:43.885" v="17"/>
          <ac:spMkLst>
            <pc:docMk/>
            <pc:sldMk cId="109857222" sldId="256"/>
            <ac:spMk id="8" creationId="{35D39310-8CE3-445F-8641-584507C8147B}"/>
          </ac:spMkLst>
        </pc:spChg>
        <pc:spChg chg="add del">
          <ac:chgData name="Abhijeet Mahato" userId="68e4800493603fe5" providerId="Windows Live" clId="Web-{86DB8728-BDC9-4143-A9DA-4695041BF4E6}" dt="2025-12-13T12:59:43.885" v="17"/>
          <ac:spMkLst>
            <pc:docMk/>
            <pc:sldMk cId="109857222" sldId="256"/>
            <ac:spMk id="10" creationId="{A749354B-7525-44D5-B5D0-8F7DEF8F7EAC}"/>
          </ac:spMkLst>
        </pc:spChg>
        <pc:spChg chg="add del">
          <ac:chgData name="Abhijeet Mahato" userId="68e4800493603fe5" providerId="Windows Live" clId="Web-{86DB8728-BDC9-4143-A9DA-4695041BF4E6}" dt="2025-12-13T12:59:43.885" v="17"/>
          <ac:spMkLst>
            <pc:docMk/>
            <pc:sldMk cId="109857222" sldId="256"/>
            <ac:spMk id="12" creationId="{F3D5783B-244A-4141-A39A-3F2A42AFF877}"/>
          </ac:spMkLst>
        </pc:spChg>
        <pc:spChg chg="add">
          <ac:chgData name="Abhijeet Mahato" userId="68e4800493603fe5" providerId="Windows Live" clId="Web-{86DB8728-BDC9-4143-A9DA-4695041BF4E6}" dt="2025-12-13T12:59:43.932" v="18"/>
          <ac:spMkLst>
            <pc:docMk/>
            <pc:sldMk cId="109857222" sldId="256"/>
            <ac:spMk id="18" creationId="{A2867281-7871-4615-A51D-DF8A481C80AA}"/>
          </ac:spMkLst>
        </pc:spChg>
        <pc:spChg chg="add">
          <ac:chgData name="Abhijeet Mahato" userId="68e4800493603fe5" providerId="Windows Live" clId="Web-{86DB8728-BDC9-4143-A9DA-4695041BF4E6}" dt="2025-12-13T12:59:43.932" v="18"/>
          <ac:spMkLst>
            <pc:docMk/>
            <pc:sldMk cId="109857222" sldId="256"/>
            <ac:spMk id="19" creationId="{65BA7CAF-5EE9-4EEE-9E12-B2CECCB94D62}"/>
          </ac:spMkLst>
        </pc:spChg>
        <pc:spChg chg="add">
          <ac:chgData name="Abhijeet Mahato" userId="68e4800493603fe5" providerId="Windows Live" clId="Web-{86DB8728-BDC9-4143-A9DA-4695041BF4E6}" dt="2025-12-13T12:59:43.932" v="18"/>
          <ac:spMkLst>
            <pc:docMk/>
            <pc:sldMk cId="109857222" sldId="256"/>
            <ac:spMk id="20" creationId="{C814D965-AFDE-4AF3-9F89-26F4DC4B546C}"/>
          </ac:spMkLst>
        </pc:spChg>
        <pc:cxnChg chg="add del">
          <ac:chgData name="Abhijeet Mahato" userId="68e4800493603fe5" providerId="Windows Live" clId="Web-{86DB8728-BDC9-4143-A9DA-4695041BF4E6}" dt="2025-12-13T12:59:43.885" v="17"/>
          <ac:cxnSpMkLst>
            <pc:docMk/>
            <pc:sldMk cId="109857222" sldId="256"/>
            <ac:cxnSpMk id="14" creationId="{33DE9C5A-DDAE-488C-B29F-C5454AABB73D}"/>
          </ac:cxnSpMkLst>
        </pc:cxnChg>
        <pc:cxnChg chg="add del">
          <ac:chgData name="Abhijeet Mahato" userId="68e4800493603fe5" providerId="Windows Live" clId="Web-{86DB8728-BDC9-4143-A9DA-4695041BF4E6}" dt="2025-12-13T12:59:43.885" v="17"/>
          <ac:cxnSpMkLst>
            <pc:docMk/>
            <pc:sldMk cId="109857222" sldId="256"/>
            <ac:cxnSpMk id="16" creationId="{4C8ECC46-3F26-48D8-A623-08670ED00033}"/>
          </ac:cxnSpMkLst>
        </pc:cxnChg>
      </pc:sldChg>
      <pc:sldChg chg="modSp new">
        <pc:chgData name="Abhijeet Mahato" userId="68e4800493603fe5" providerId="Windows Live" clId="Web-{86DB8728-BDC9-4143-A9DA-4695041BF4E6}" dt="2025-12-13T13:12:25.704" v="150" actId="20577"/>
        <pc:sldMkLst>
          <pc:docMk/>
          <pc:sldMk cId="2572147862" sldId="257"/>
        </pc:sldMkLst>
        <pc:spChg chg="mod">
          <ac:chgData name="Abhijeet Mahato" userId="68e4800493603fe5" providerId="Windows Live" clId="Web-{86DB8728-BDC9-4143-A9DA-4695041BF4E6}" dt="2025-12-13T13:12:25.704" v="150" actId="20577"/>
          <ac:spMkLst>
            <pc:docMk/>
            <pc:sldMk cId="2572147862" sldId="257"/>
            <ac:spMk id="2" creationId="{D667374B-716D-4FCF-8C21-7B0D4085DE50}"/>
          </ac:spMkLst>
        </pc:spChg>
        <pc:spChg chg="mod">
          <ac:chgData name="Abhijeet Mahato" userId="68e4800493603fe5" providerId="Windows Live" clId="Web-{86DB8728-BDC9-4143-A9DA-4695041BF4E6}" dt="2025-12-13T13:08:28.185" v="107" actId="20577"/>
          <ac:spMkLst>
            <pc:docMk/>
            <pc:sldMk cId="2572147862" sldId="257"/>
            <ac:spMk id="3" creationId="{31792980-C294-9FFC-91EF-50C6190FCC58}"/>
          </ac:spMkLst>
        </pc:spChg>
      </pc:sldChg>
      <pc:sldChg chg="modSp new">
        <pc:chgData name="Abhijeet Mahato" userId="68e4800493603fe5" providerId="Windows Live" clId="Web-{86DB8728-BDC9-4143-A9DA-4695041BF4E6}" dt="2025-12-13T13:15:55.365" v="193" actId="20577"/>
        <pc:sldMkLst>
          <pc:docMk/>
          <pc:sldMk cId="2008531701" sldId="258"/>
        </pc:sldMkLst>
        <pc:spChg chg="mod">
          <ac:chgData name="Abhijeet Mahato" userId="68e4800493603fe5" providerId="Windows Live" clId="Web-{86DB8728-BDC9-4143-A9DA-4695041BF4E6}" dt="2025-12-13T13:12:19.860" v="149" actId="20577"/>
          <ac:spMkLst>
            <pc:docMk/>
            <pc:sldMk cId="2008531701" sldId="258"/>
            <ac:spMk id="2" creationId="{6A8519C4-1230-1E54-B2F0-8E17845277EF}"/>
          </ac:spMkLst>
        </pc:spChg>
        <pc:spChg chg="mod">
          <ac:chgData name="Abhijeet Mahato" userId="68e4800493603fe5" providerId="Windows Live" clId="Web-{86DB8728-BDC9-4143-A9DA-4695041BF4E6}" dt="2025-12-13T13:15:55.365" v="193" actId="20577"/>
          <ac:spMkLst>
            <pc:docMk/>
            <pc:sldMk cId="2008531701" sldId="258"/>
            <ac:spMk id="3" creationId="{19268422-613F-7F80-D417-5305BB82F343}"/>
          </ac:spMkLst>
        </pc:spChg>
      </pc:sldChg>
      <pc:sldChg chg="modSp new">
        <pc:chgData name="Abhijeet Mahato" userId="68e4800493603fe5" providerId="Windows Live" clId="Web-{86DB8728-BDC9-4143-A9DA-4695041BF4E6}" dt="2025-12-13T13:18:42.533" v="242" actId="20577"/>
        <pc:sldMkLst>
          <pc:docMk/>
          <pc:sldMk cId="1749924272" sldId="259"/>
        </pc:sldMkLst>
        <pc:spChg chg="mod">
          <ac:chgData name="Abhijeet Mahato" userId="68e4800493603fe5" providerId="Windows Live" clId="Web-{86DB8728-BDC9-4143-A9DA-4695041BF4E6}" dt="2025-12-13T13:16:55.959" v="228" actId="20577"/>
          <ac:spMkLst>
            <pc:docMk/>
            <pc:sldMk cId="1749924272" sldId="259"/>
            <ac:spMk id="2" creationId="{672C72F4-FAB3-020D-A7C8-2BC415585BC0}"/>
          </ac:spMkLst>
        </pc:spChg>
        <pc:spChg chg="mod">
          <ac:chgData name="Abhijeet Mahato" userId="68e4800493603fe5" providerId="Windows Live" clId="Web-{86DB8728-BDC9-4143-A9DA-4695041BF4E6}" dt="2025-12-13T13:18:42.533" v="242" actId="20577"/>
          <ac:spMkLst>
            <pc:docMk/>
            <pc:sldMk cId="1749924272" sldId="259"/>
            <ac:spMk id="3" creationId="{8FEE6861-D641-DCBF-B2CE-038CD658FC6C}"/>
          </ac:spMkLst>
        </pc:spChg>
      </pc:sldChg>
      <pc:sldChg chg="modSp new">
        <pc:chgData name="Abhijeet Mahato" userId="68e4800493603fe5" providerId="Windows Live" clId="Web-{86DB8728-BDC9-4143-A9DA-4695041BF4E6}" dt="2025-12-13T13:20:00.049" v="281" actId="20577"/>
        <pc:sldMkLst>
          <pc:docMk/>
          <pc:sldMk cId="537633449" sldId="260"/>
        </pc:sldMkLst>
        <pc:spChg chg="mod">
          <ac:chgData name="Abhijeet Mahato" userId="68e4800493603fe5" providerId="Windows Live" clId="Web-{86DB8728-BDC9-4143-A9DA-4695041BF4E6}" dt="2025-12-13T13:19:07.392" v="272" actId="20577"/>
          <ac:spMkLst>
            <pc:docMk/>
            <pc:sldMk cId="537633449" sldId="260"/>
            <ac:spMk id="2" creationId="{393B4FF8-5167-8077-048C-013590387590}"/>
          </ac:spMkLst>
        </pc:spChg>
        <pc:spChg chg="mod">
          <ac:chgData name="Abhijeet Mahato" userId="68e4800493603fe5" providerId="Windows Live" clId="Web-{86DB8728-BDC9-4143-A9DA-4695041BF4E6}" dt="2025-12-13T13:20:00.049" v="281" actId="20577"/>
          <ac:spMkLst>
            <pc:docMk/>
            <pc:sldMk cId="537633449" sldId="260"/>
            <ac:spMk id="3" creationId="{4D91C327-00B6-7EE3-0249-F938D076853D}"/>
          </ac:spMkLst>
        </pc:spChg>
      </pc:sldChg>
      <pc:sldMasterChg chg="add del addSldLayout delSldLayout">
        <pc:chgData name="Abhijeet Mahato" userId="68e4800493603fe5" providerId="Windows Live" clId="Web-{86DB8728-BDC9-4143-A9DA-4695041BF4E6}" dt="2025-12-13T12:59:43.932" v="18"/>
        <pc:sldMasterMkLst>
          <pc:docMk/>
          <pc:sldMasterMk cId="2460954070" sldId="2147483660"/>
        </pc:sldMasterMkLst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Abhijeet Mahato" userId="68e4800493603fe5" providerId="Windows Live" clId="Web-{86DB8728-BDC9-4143-A9DA-4695041BF4E6}" dt="2025-12-13T12:59:43.932" v="18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Abhijeet Mahato" userId="68e4800493603fe5" providerId="Windows Live" clId="Web-{86DB8728-BDC9-4143-A9DA-4695041BF4E6}" dt="2025-12-13T12:59:43.885" v="17"/>
        <pc:sldMasterMkLst>
          <pc:docMk/>
          <pc:sldMasterMk cId="824648145" sldId="2147483763"/>
        </pc:sldMasterMkLst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2386245597" sldId="2147483752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1533164929" sldId="2147483753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4006330433" sldId="2147483754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1275401822" sldId="2147483755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1454254585" sldId="2147483756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1372428243" sldId="2147483757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3236850811" sldId="2147483758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3537469770" sldId="2147483759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3547101550" sldId="2147483760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1771601330" sldId="2147483761"/>
          </pc:sldLayoutMkLst>
        </pc:sldLayoutChg>
        <pc:sldLayoutChg chg="add del">
          <pc:chgData name="Abhijeet Mahato" userId="68e4800493603fe5" providerId="Windows Live" clId="Web-{86DB8728-BDC9-4143-A9DA-4695041BF4E6}" dt="2025-12-13T12:59:43.885" v="17"/>
          <pc:sldLayoutMkLst>
            <pc:docMk/>
            <pc:sldMasterMk cId="824648145" sldId="2147483763"/>
            <pc:sldLayoutMk cId="1561027276" sldId="2147483762"/>
          </pc:sldLayoutMkLst>
        </pc:sldLayoutChg>
      </pc:sldMasterChg>
      <pc:sldMasterChg chg="add addSldLayout">
        <pc:chgData name="Abhijeet Mahato" userId="68e4800493603fe5" providerId="Windows Live" clId="Web-{86DB8728-BDC9-4143-A9DA-4695041BF4E6}" dt="2025-12-13T12:59:43.932" v="18"/>
        <pc:sldMasterMkLst>
          <pc:docMk/>
          <pc:sldMasterMk cId="3529329233" sldId="2147483763"/>
        </pc:sldMasterMkLst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3229636137" sldId="2147483752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540580149" sldId="2147483753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2549904406" sldId="2147483754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2254760800" sldId="2147483755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1918194643" sldId="2147483756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47196147" sldId="2147483757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3636235437" sldId="2147483758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751906351" sldId="2147483759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2118128255" sldId="2147483760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3168892595" sldId="2147483761"/>
          </pc:sldLayoutMkLst>
        </pc:sldLayoutChg>
        <pc:sldLayoutChg chg="add">
          <pc:chgData name="Abhijeet Mahato" userId="68e4800493603fe5" providerId="Windows Live" clId="Web-{86DB8728-BDC9-4143-A9DA-4695041BF4E6}" dt="2025-12-13T12:59:43.932" v="18"/>
          <pc:sldLayoutMkLst>
            <pc:docMk/>
            <pc:sldMasterMk cId="3529329233" sldId="2147483763"/>
            <pc:sldLayoutMk cId="1904854173" sldId="214748376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235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0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2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9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4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9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3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8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0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6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2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2867281-7871-4615-A51D-DF8A481C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4676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565" y="1371600"/>
            <a:ext cx="5256431" cy="4114800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bg2"/>
                </a:solidFill>
              </a:rPr>
              <a:t>SWOT ANALYSIS OF JBL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14D965-AFDE-4AF3-9F89-26F4DC4B5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685800"/>
            <a:ext cx="3369445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72945" y="1680963"/>
            <a:ext cx="2369127" cy="3493336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BY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ABHIJEET KUMAR MAHATO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250026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374B-716D-4FCF-8C21-7B0D4085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1.STRENGTHs (</a:t>
            </a:r>
            <a:r>
              <a:rPr lang="en-US" sz="2800" dirty="0"/>
              <a:t>internal, positive)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92980-C294-9FFC-91EF-50C6190FC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31268"/>
            <a:ext cx="9486901" cy="39180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Famous Brand Name: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Everyone knows JBL. They're a trusted name in sound for over 70 years.</a:t>
            </a:r>
            <a:endParaRPr lang="en-US" sz="2000" dirty="0">
              <a:solidFill>
                <a:srgbClr val="0F1115"/>
              </a:solidFill>
              <a:highlight>
                <a:srgbClr val="FFFFFF"/>
              </a:highlight>
            </a:endParaRPr>
          </a:p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Wide Range of Products: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They make everything from tiny portable speakers to huge concert systems and home theater setups.</a:t>
            </a:r>
            <a:endParaRPr lang="en-US" sz="2000" dirty="0"/>
          </a:p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Great Bass &amp; "Fun" Sound: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JBL is famous for powerful, punchy bass that people love for parties and casual listening.</a:t>
            </a:r>
            <a:endParaRPr lang="en-US" sz="2000"/>
          </a:p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Durable and Portable: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Many of their speakers are waterproof, dustproof, and tough—perfect for the beach, pool, or outdoors.</a:t>
            </a:r>
            <a:endParaRPr lang="en-US" sz="2000"/>
          </a:p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Part of a Big Family: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JBL is owned by Harman, which is owned by Samsung. This gives them money and tech support.</a:t>
            </a:r>
            <a:endParaRPr lang="en-US" sz="2000"/>
          </a:p>
          <a:p>
            <a:endParaRPr lang="en-US" sz="2800" dirty="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72147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19C4-1230-1E54-B2F0-8E1784527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2.weaknesses (Internal, negative)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68422-613F-7F80-D417-5305BB82F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Sound Quality :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Some serious music fans think other brands offer clearer, more balanced sound for the price.</a:t>
            </a:r>
            <a:endParaRPr lang="en-US"/>
          </a:p>
          <a:p>
            <a:r>
              <a:rPr lang="en-US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High Prices :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While they have budget options, their popular models are often priced higher than similar competitors.</a:t>
            </a:r>
            <a:endParaRPr lang="en-US" dirty="0"/>
          </a:p>
          <a:p>
            <a:r>
              <a:rPr lang="en-US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Focus on Mainstream: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They focus on what most people like, which might mean they don't always have the most unique or high-end designs.</a:t>
            </a:r>
            <a:endParaRPr lang="en-US" dirty="0"/>
          </a:p>
          <a:p>
            <a:r>
              <a:rPr lang="en-US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Crowded Market: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In the portable speaker category (like the Flip and Charge), there are many look-alike competitors.</a:t>
            </a:r>
            <a:endParaRPr lang="en-US"/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0853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72F4-FAB3-020D-A7C8-2BC415585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3.opportunities (external, positive)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E6861-D641-DCBF-B2CE-038CD658F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Smart Tech: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Making more speakers that work with Google Assistant, Alexa, and Siri.</a:t>
            </a:r>
            <a:endParaRPr lang="en-US" sz="2000"/>
          </a:p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Gaming Boom: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Expanding their gaming headset and speaker lineup for the growing gaming community.</a:t>
            </a:r>
            <a:endParaRPr lang="en-US" sz="2000" dirty="0"/>
          </a:p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Growing in New Markets: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Selling more in countries where people are just starting to buy quality audio gear.</a:t>
            </a:r>
            <a:endParaRPr lang="en-US" sz="2000" dirty="0"/>
          </a:p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Sustainability: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Making more eco-friendly products (recycled materials, better packaging) which is important to many buyers today.</a:t>
            </a:r>
            <a:endParaRPr lang="en-US" sz="2000"/>
          </a:p>
          <a:p>
            <a:r>
              <a:rPr lang="en-US" sz="20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Better Wireless Tech: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Improving features like battery life, wireless range, and multi-room audio.</a:t>
            </a:r>
            <a:endParaRPr lang="en-US" sz="200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4992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4FF8-5167-8077-048C-01359038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threats (external, negative)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1C327-00B6-7EE3-0249-F938D0768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8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Huge Competition:</a:t>
            </a:r>
            <a:r>
              <a:rPr lang="en-US" sz="28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Lots of big rivals like Sony, Bose, and newer brands like Ultimate Ears and Sonos.</a:t>
            </a:r>
            <a:endParaRPr lang="en-US" sz="2800"/>
          </a:p>
          <a:p>
            <a:r>
              <a:rPr lang="en-US" sz="28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Cheap Copycats:</a:t>
            </a:r>
            <a:r>
              <a:rPr lang="en-US" sz="28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Many cheap, lower-quality brands copy JBL's style and sell for much less.</a:t>
            </a:r>
            <a:endParaRPr lang="en-US" sz="2800" dirty="0"/>
          </a:p>
          <a:p>
            <a:r>
              <a:rPr lang="en-US" sz="28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Technology Changes Fast:</a:t>
            </a:r>
            <a:r>
              <a:rPr lang="en-US" sz="28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They have to constantly update products to keep up with new Bluetooth standards, codecs, and smart features.</a:t>
            </a:r>
            <a:endParaRPr lang="en-US" sz="2800"/>
          </a:p>
          <a:p>
            <a:r>
              <a:rPr lang="en-US" sz="2800" b="1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Economic Problems:</a:t>
            </a:r>
            <a:r>
              <a:rPr lang="en-US" sz="2800" dirty="0">
                <a:solidFill>
                  <a:srgbClr val="0F1115"/>
                </a:solidFill>
                <a:highlight>
                  <a:srgbClr val="FFFFFF"/>
                </a:highlight>
                <a:ea typeface="+mj-lt"/>
                <a:cs typeface="+mj-lt"/>
              </a:rPr>
              <a:t> If people have less money to spend, they might delay buying a new speaker or choose a cheaper brand.</a:t>
            </a:r>
            <a:endParaRPr lang="en-US" sz="280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633449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ClassicFrameVTI</vt:lpstr>
      <vt:lpstr>SWOT ANALYSIS OF JBL</vt:lpstr>
      <vt:lpstr>1.STRENGTHs (internal, positive)</vt:lpstr>
      <vt:lpstr>2.weaknesses (Internal, negative)</vt:lpstr>
      <vt:lpstr>3.opportunities (external, positive)</vt:lpstr>
      <vt:lpstr>4. threats (external, negative)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89</cp:revision>
  <dcterms:created xsi:type="dcterms:W3CDTF">2025-12-13T12:58:05Z</dcterms:created>
  <dcterms:modified xsi:type="dcterms:W3CDTF">2025-12-13T13:23:37Z</dcterms:modified>
</cp:coreProperties>
</file>